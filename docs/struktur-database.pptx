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F4E37"/>
                </a:solidFill>
              </a:rPr>
              <a:t>Perancangan Basis Data — ERD</a:t>
            </a:r>
          </a:p>
        </p:txBody>
      </p:sp>
      <p:pic>
        <p:nvPicPr>
          <p:cNvPr id="3" name="Picture 2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960120"/>
            <a:ext cx="82734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F4E37"/>
                </a:solidFill>
              </a:rPr>
              <a:t>Basis Data lorongkopi_db — 11 Tabel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566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F4E37"/>
                </a:solidFill>
              </a:rPr>
              <a:t>Akun &amp; Master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admin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kasir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kategori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menu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meja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pelanggan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280160"/>
            <a:ext cx="3566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F4E37"/>
                </a:solidFill>
              </a:rPr>
              <a:t>Transaksi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pesanan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pesanan_item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pembayaran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280160"/>
            <a:ext cx="3566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F4E37"/>
                </a:solidFill>
              </a:rPr>
              <a:t>Pendukung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pengaturan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4A3526"/>
                </a:solidFill>
              </a:rPr>
              <a:t>•  notifikasi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F4E37"/>
                </a:solidFill>
              </a:rPr>
              <a:t>MariaDB · InnoDB · relasi foreign key · spesifikasi lengkap pada laporan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F4E37"/>
                </a:solidFill>
              </a:rPr>
              <a:t>Tabel pesanan (tabel utama transaksi)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188720"/>
          <a:ext cx="9966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Tipe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Keterangan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Primary key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nomor_pesanan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VARCHAR(30)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Nomor pesanan, unik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meja_id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FK → meja (asal pesanan)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nama_tamu / sesi_kode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Identitas sesi pelanggan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DECIMAL(12,0)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Total harga pesanan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menunggu · diproses · siap · selesai · dibatalkan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catatan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TEXT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Catatan pelanggan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Waktu pesanan dibuat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F4E37"/>
                </a:solidFill>
              </a:rPr>
              <a:t>Tabel pesanan_item &amp; pembayaran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pesanan_item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Tipe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Keterangan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pesanan_id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FK → pesanan (CASCADE)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menu_id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FK → menu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opsi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VARCHAR(255)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Ukuran, penyajian, gula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jumlah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Jumlah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harga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DECIMAL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Harga satuan saat dipesan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28016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pembayaran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Tipe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Keterangan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pesanan_id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FK → pesanan (1 : 1)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metode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cash · qris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jumlah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DECIMAL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Nominal dibayar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belum_dibayar · sudah_dibayar · gagal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tanggal_bayar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DATETIME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3526"/>
                          </a:solidFill>
                        </a:rPr>
                        <a:t>Waktu verifikasi kasir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F4E37"/>
                </a:solidFill>
              </a:rPr>
              <a:t>Tabel menu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188720"/>
          <a:ext cx="9966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Tipe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Keterangan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Primary key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kategori_id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FK → kategori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nama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VARCHAR(150)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Nama menu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harga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DECIMAL(12,0)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Harga menu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tanpa_gula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TINYINT(1)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1 = opsi gula disembunyikan (Espresso, Americano)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foto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Berkas foto menu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ENUM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aktif · nonaktif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F4E37"/>
                </a:solidFill>
              </a:rPr>
              <a:t>Relasi Antar Tabel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188720"/>
          <a:ext cx="9966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Relasi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Jenis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Penghubung</a:t>
                      </a:r>
                    </a:p>
                  </a:txBody>
                  <a:tcPr>
                    <a:solidFill>
                      <a:srgbClr val="6F4E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kategori → menu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One to Many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menu.kategori_id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meja → pesanan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One to Many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pesanan.meja_id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pelanggan → pesanan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One to Many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pesanan.pelanggan_id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pesanan → pesanan_item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One to Many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pesanan_item.pesanan_id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menu → pesanan_item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One to Many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pesanan_item.menu_id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pesanan → pembayaran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One to 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pembayaran.pesanan_id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pesanan → notifikasi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One to Many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3526"/>
                          </a:solidFill>
                        </a:rPr>
                        <a:t>notifikasi.pesanan_id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